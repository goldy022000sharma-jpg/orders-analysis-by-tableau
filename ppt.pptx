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4_feb_17702726678180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78F2DB7-7020-4C91-9CA4-EEB0736C25F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4_feb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FDCB16B-CFC8-4796-9293-E02C24F2868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2/5/2026 8:13:43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CAAF445A-F2D5-4FA2-935E-45FF551A34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05" y="0"/>
            <a:ext cx="7228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3" name="slide3">
            <a:extLst>
              <a:ext uri="{FF2B5EF4-FFF2-40B4-BE49-F238E27FC236}">
                <a16:creationId xmlns:a16="http://schemas.microsoft.com/office/drawing/2014/main" id="{66C6E03E-FE96-4EAC-916F-9B821FA320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05" y="0"/>
            <a:ext cx="7228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4" name="slide4">
            <a:extLst>
              <a:ext uri="{FF2B5EF4-FFF2-40B4-BE49-F238E27FC236}">
                <a16:creationId xmlns:a16="http://schemas.microsoft.com/office/drawing/2014/main" id="{B0CBD951-45BE-4C21-B10E-7BBE299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05" y="0"/>
            <a:ext cx="7228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5" name="slide5">
            <a:extLst>
              <a:ext uri="{FF2B5EF4-FFF2-40B4-BE49-F238E27FC236}">
                <a16:creationId xmlns:a16="http://schemas.microsoft.com/office/drawing/2014/main" id="{8EFA0D24-33E9-4C03-80DD-3B6109F176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05" y="0"/>
            <a:ext cx="7228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6" id="6" name="slide6">
            <a:extLst>
              <a:ext uri="{FF2B5EF4-FFF2-40B4-BE49-F238E27FC236}">
                <a16:creationId xmlns:a16="http://schemas.microsoft.com/office/drawing/2014/main" id="{3267370D-8495-4C52-87C4-F16669A06D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05" y="0"/>
            <a:ext cx="7228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7" id="7" name="slide7">
            <a:extLst>
              <a:ext uri="{FF2B5EF4-FFF2-40B4-BE49-F238E27FC236}">
                <a16:creationId xmlns:a16="http://schemas.microsoft.com/office/drawing/2014/main" id="{8F928084-2539-4428-BFC8-E42BD95518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05" y="0"/>
            <a:ext cx="7228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8" id="8" name="slide8">
            <a:extLst>
              <a:ext uri="{FF2B5EF4-FFF2-40B4-BE49-F238E27FC236}">
                <a16:creationId xmlns:a16="http://schemas.microsoft.com/office/drawing/2014/main" id="{273C015B-34D8-4A52-A7AD-C325774E6E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05" y="0"/>
            <a:ext cx="7228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2026-02-05T08:13:44Z</dcterms:created>
  <dcterms:modified xsi:type="dcterms:W3CDTF">2026-02-05T08:13:44Z</dcterms:modified>
</cp:coreProperties>
</file>